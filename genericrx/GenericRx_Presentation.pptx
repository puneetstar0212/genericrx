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4B8A6"/>
                </a:solidFill>
                <a:latin typeface="Arial"/>
              </a:defRPr>
            </a:pPr>
            <a:r>
              <a:t>GenericRx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Offline-First Medicine Alternative &amp; Cost Audit System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Domain: Healthcare Tech, Progressive Web Applications (PWA), Data Engineering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Technology Stack: Python 3.14 (FastAPI + SQLite), Leaflet.js, PWA (Service Worker + IndexedDB)</a:t>
            </a:r>
          </a:p>
          <a:p>
            <a:br/>
            <a:pPr>
              <a:defRPr sz="1300">
                <a:solidFill>
                  <a:srgbClr val="10B981"/>
                </a:solidFill>
              </a:defRPr>
            </a:pPr>
            <a:r>
              <a:t>Presented by: College Mini-Project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1. Problem Statement &amp; Real-World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💊 High Cost of Brand Medications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Patients frequently visit pharmacies near hospitals or rural clinics and find prescribed brand-name drugs out of stock or unaffordable.</a:t>
            </a:r>
            <a:br/>
            <a:br/>
            <a:r>
              <a:t>Lack of awareness about government-approved generic alternatives with the exact same Active Pharmaceutical Ingredient (API).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📵 Zero-Connectivity Blind Spots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Hospital basements, rural clinics, and emergency rooms frequently have weak or zero cellular signal (2G/3G/blind spots).</a:t>
            </a:r>
            <a:br/>
            <a:br/>
            <a:r>
              <a:t>Standard online health apps completely crash or fail to load when patients need them most.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⚠️ Patient Safety &amp; Regulatory Risks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Substitutions without checking active salt strength or dosage form (Tablet vs Syrup) cause medical risks.</a:t>
            </a:r>
            <a:br/>
            <a:br/>
            <a:r>
              <a:t>Need for clear prescription regulatory tags (Schedule H / Schedule 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2. Objectives &amp; Core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Module 1: Intelligent Search: </a:t>
            </a:r>
            <a:r>
              <a:rPr sz="1400" b="0">
                <a:solidFill>
                  <a:srgbClr val="F8FAFC"/>
                </a:solidFill>
              </a:rPr>
              <a:t>Instant Brand-to-Salt mapping (e.g. Crocin 650 -&gt; Paracetamol 650mg) with typo-tolerant fuzzy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Module 2: Cost Audit Engine: </a:t>
            </a:r>
            <a:r>
              <a:rPr sz="1400" b="0">
                <a:solidFill>
                  <a:srgbClr val="F8FAFC"/>
                </a:solidFill>
              </a:rPr>
              <a:t>Direct price savings formula calculation, visual color badges, and monthly/annual prescription savings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Module 3: Offline-First PWA: </a:t>
            </a:r>
            <a:r>
              <a:rPr sz="1400" b="0">
                <a:solidFill>
                  <a:srgbClr val="F8FAFC"/>
                </a:solidFill>
              </a:rPr>
              <a:t>Pre-seeded IndexedDB + Service Worker caching for 100% offline functionality without internet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Module 4: Safety &amp; Regulatory: </a:t>
            </a:r>
            <a:r>
              <a:rPr sz="1400" b="0">
                <a:solidFill>
                  <a:srgbClr val="F8FAFC"/>
                </a:solidFill>
              </a:rPr>
              <a:t>Schedule H &amp; Schedule X prescription alerts plus dosage strength/form mismatch warnings.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Module 5: 100% Free Locator: </a:t>
            </a:r>
            <a:r>
              <a:rPr sz="1400" b="0">
                <a:solidFill>
                  <a:srgbClr val="F8FAFC"/>
                </a:solidFill>
              </a:rPr>
              <a:t>Interactive Leaflet.js &amp; OpenStreetMap locator for nearby Jan Aushadhi Kendras &amp; retail pharmacies.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3. System Architecture &amp; Offline Cache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Dual-Tier Architecture with Seamless Network Failover: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ONLINE MODE:</a:t>
            </a:r>
            <a:br/>
            <a:r>
              <a:t>   • Client PWA sends requests to Python FastAPI REST API Backend.</a:t>
            </a:r>
            <a:br/>
            <a:r>
              <a:t>   • Queries SQLite database (genericrx.db) containing 567 seeded medicines and store locations.</a:t>
            </a:r>
            <a:br/>
            <a:r>
              <a:t>   • Python RapidFuzz engine performs server-side fuzzy matching.</a:t>
            </a:r>
            <a:br/>
            <a:br/>
            <a:r>
              <a:t>2. OFFLINE SYNC LAYER:</a:t>
            </a:r>
            <a:br/>
            <a:r>
              <a:t>   • Service Worker (sw.js) caches static app shell (HTML/CSS/JS).</a:t>
            </a:r>
            <a:br/>
            <a:r>
              <a:t>   • Client-side IndexedDB (Dexie.js) pre-syncs the dataset from Python server.</a:t>
            </a:r>
            <a:br/>
            <a:br/>
            <a:r>
              <a:t>3. OFFLINE MODE (ZERO CONNECTIVITY):</a:t>
            </a:r>
            <a:br/>
            <a:r>
              <a:t>   • When cell network fails, app seamlessly switches to IndexedDB + Fuse.js fuzzy engine.</a:t>
            </a:r>
            <a:br/>
            <a:r>
              <a:t>   • Patients retain 100% search, savings calculation, and map lookup in hospital basements.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4. Database Schema &amp; Data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Medicine Table Schema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id: INTEGER (Primary Key)</a:t>
            </a:r>
            <a:br/>
            <a:r>
              <a:t>• name: VARCHAR(255) (e.g. Crocin 650)</a:t>
            </a:r>
            <a:br/>
            <a:r>
              <a:t>• salt_name: VARCHAR(255) (Paracetamol 650mg)</a:t>
            </a:r>
            <a:br/>
            <a:r>
              <a:t>• strength: VARCHAR(100) (650mg)</a:t>
            </a:r>
            <a:br/>
            <a:r>
              <a:t>• dosage_form: VARCHAR(100) (Tablet / Syrup)</a:t>
            </a:r>
            <a:br/>
            <a:r>
              <a:t>• price_per_unit: FLOAT (Price in INR)</a:t>
            </a:r>
            <a:br/>
            <a:r>
              <a:t>• is_generic: BOOLEAN (Jan Aushadhi Flag)</a:t>
            </a:r>
            <a:br/>
            <a:r>
              <a:t>• manufacturer: VARCHAR(255)</a:t>
            </a:r>
            <a:br/>
            <a:r>
              <a:t>• schedule: VARCHAR(50) (OTC, Schedule H/X)</a:t>
            </a:r>
            <a:br/>
            <a:r>
              <a:t>• therapeutic_category: VARCHAR(100)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Pharmacy Location Schema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id: INTEGER (Primary Key)</a:t>
            </a:r>
            <a:br/>
            <a:r>
              <a:t>• name: VARCHAR(255) (Store Name)</a:t>
            </a:r>
            <a:br/>
            <a:r>
              <a:t>• pharmacy_type: VARCHAR(100) (Jan Aushadhi / Retail)</a:t>
            </a:r>
            <a:br/>
            <a:r>
              <a:t>• address: VARCHAR(500) (Street / Landmark)</a:t>
            </a:r>
            <a:br/>
            <a:r>
              <a:t>• city: VARCHAR(100) (Mumbai, Delhi, Bangalore)</a:t>
            </a:r>
            <a:br/>
            <a:r>
              <a:t>• phone: VARCHAR(50) (Contact Number)</a:t>
            </a:r>
            <a:br/>
            <a:r>
              <a:t>• lat, lng: FLOAT (GPS Coordinates)</a:t>
            </a:r>
            <a:br/>
            <a:r>
              <a:t>• is_open_24h: BOOLEAN (Emergency Status)</a:t>
            </a:r>
            <a:br/>
            <a:r>
              <a:t>• stock_status: VARCHAR(255) (Generics Availability)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5. Cost Audit Engine &amp; Mathematical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Mathematical Model for Price Comparison: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Direct Percentage Cost Savings Formula:</a:t>
            </a:r>
            <a:br/>
            <a:r>
              <a:t>   Savings % = [ (Brand Price - Generic Price) / Brand Price ] * 100</a:t>
            </a:r>
            <a:br/>
            <a:br/>
            <a:r>
              <a:t>2. Visual Audit Indicator Badges:</a:t>
            </a:r>
            <a:br/>
            <a:r>
              <a:t>   • GREEN BADGE  : Savings &gt;= 50% (High Cost Relief)</a:t>
            </a:r>
            <a:br/>
            <a:r>
              <a:t>   • AMBER BADGE  : Savings 20% - 50% (Moderate Savings)</a:t>
            </a:r>
            <a:br/>
            <a:r>
              <a:t>   • BLUE BADGE   : Savings &lt; 20% (Low Savings)</a:t>
            </a:r>
            <a:br/>
            <a:br/>
            <a:r>
              <a:t>3. Prescription Basket Accumulator:</a:t>
            </a:r>
            <a:br/>
            <a:r>
              <a:t>   Monthly Savings = SUM [ (Brand_Price_i - Generic_Price_i) * Units_i ]</a:t>
            </a:r>
            <a:br/>
            <a:r>
              <a:t>   Annual Savings  = Monthly Savings * 12</a:t>
            </a:r>
            <a:br/>
            <a:br/>
            <a:r>
              <a:t>4. Printable Audit Report:</a:t>
            </a:r>
            <a:br/>
            <a:r>
              <a:t>   Generates clear patient/doctor summary with net yearly savings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6. 100% Free Open-Source Pharmacy Locator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Leaflet.js + OpenStreetMap Architecture (Zero API Key Cost):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Free &amp; Open Source: No API keys, no credit cards, no billing limits.</a:t>
            </a:r>
            <a:br/>
            <a:r>
              <a:t>• Color-Coded Map Markers:</a:t>
            </a:r>
            <a:br/>
            <a:r>
              <a:t>   - GREEN PINS : Government-subsidized Jan Aushadhi Kendras (80-85% cheaper).</a:t>
            </a:r>
            <a:br/>
            <a:r>
              <a:t>   - BLUE PINS  : 24/7 Retail Pharmacies (Apollo, MedPlus, Wellness Forever).</a:t>
            </a:r>
            <a:br/>
            <a:r>
              <a:t>• GPS 'Find Near Me': Uses HTML5 navigator.geolocation for instant positioning.</a:t>
            </a:r>
            <a:br/>
            <a:r>
              <a:t>• One-Click Directions: Direct Google Maps navigation links for driving/walking.</a:t>
            </a:r>
            <a:br/>
            <a:r>
              <a:t>• Offline Backup: Store addresses &amp; phone numbers pre-cached in IndexedDB.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7. Safety &amp; Regulatory Warnings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Regulatory Badges &amp; Medical Safety Flags: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Controlled Substance Warning Badges:</a:t>
            </a:r>
            <a:br/>
            <a:r>
              <a:t>   • Schedule H / H1: Prominent red warning tag ('Doctor Prescription Required').</a:t>
            </a:r>
            <a:br/>
            <a:r>
              <a:t>   • Schedule X: Animated warning tag for high-risk narcotics/stimulants.</a:t>
            </a:r>
            <a:br/>
            <a:r>
              <a:t>   • OTC: Blue tag for Over-The-Counter safe medications.</a:t>
            </a:r>
            <a:br/>
            <a:br/>
            <a:r>
              <a:t>2. Dosage &amp; Form Mismatch Alert:</a:t>
            </a:r>
            <a:br/>
            <a:r>
              <a:t>   • Explicit warning when alternative differs in strength (e.g. 500mg vs 650mg).</a:t>
            </a:r>
            <a:br/>
            <a:r>
              <a:t>   • Flags dosage form mismatches (e.g. Tablet vs Syrup formulation).</a:t>
            </a:r>
            <a:br/>
            <a:br/>
            <a:r>
              <a:t>3. Therapeutic Safety Disclaimer:</a:t>
            </a:r>
            <a:br/>
            <a:r>
              <a:t>   • Non-prescriptive advisory urging consultation with a qualified medical practitioner.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8. Implementation Details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Backend Framework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Python 3.14 + FastAPI</a:t>
            </a:r>
            <a:br/>
            <a:r>
              <a:t>Uvicorn ASGI Web Server</a:t>
            </a:r>
            <a:br/>
            <a:r>
              <a:t>SQLAlchemy ORM +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Search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Python RapidFuzz (Online)</a:t>
            </a:r>
            <a:br/>
            <a:r>
              <a:t>Fuse.js Client (Offline)</a:t>
            </a:r>
            <a:br/>
            <a:r>
              <a:t>Brand-to-Salt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Offline &amp;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Service Worker (sw.js)</a:t>
            </a:r>
            <a:br/>
            <a:r>
              <a:t>Dexie.js (IndexedDB)</a:t>
            </a:r>
            <a:br/>
            <a:r>
              <a:t>Local Storage Cache Shell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Frontend UI / Map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HTML5 + Glassmorphism CSS</a:t>
            </a:r>
            <a:br/>
            <a:r>
              <a:t>Leaflet.js + OpenStreetMap</a:t>
            </a:r>
            <a:br/>
            <a:r>
              <a:t>Lucide React Icons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9. Live Demonstration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Key Demonstration Highlights: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Search Resolution Demo:</a:t>
            </a:r>
            <a:br/>
            <a:r>
              <a:t>   Search 'Crocin' -&gt; Instantly maps to 'Paracetamol 650mg' and displays Jan Aushadhi alternatives.</a:t>
            </a:r>
            <a:br/>
            <a:br/>
            <a:r>
              <a:t>2. Cost Savings Audit:</a:t>
            </a:r>
            <a:br/>
            <a:r>
              <a:t>   Crocin 650 (Rs 34.50) vs Jan Aushadhi Paracetamol (Rs 5.50) -&gt; Shows 84.1% Green Savings Badge.</a:t>
            </a:r>
            <a:br/>
            <a:br/>
            <a:r>
              <a:t>3. Prescription Basket &amp; Report Export:</a:t>
            </a:r>
            <a:br/>
            <a:r>
              <a:t>   Add monthly prescription -&gt; Generates net annual savings statement (e.g. Saved Rs 3,480 / year).</a:t>
            </a:r>
            <a:br/>
            <a:br/>
            <a:r>
              <a:t>4. Offline Mode Verification:</a:t>
            </a:r>
            <a:br/>
            <a:r>
              <a:t>   Disconnect internet -&gt; Status pill changes to 'Offline Mode (IndexedDB Active)', search &amp; map continue working.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Arial"/>
              </a:defRPr>
            </a:pPr>
            <a:r>
              <a:t>GENERICRX COLLEGE MINI-PROJECT</a:t>
            </a:r>
          </a:p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10. 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Project Summary &amp; Future Roadmap: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Conclusion:</a:t>
            </a:r>
            <a:br/>
            <a:r>
              <a:t>GenericRx successfully delivers a lightweight, neutral, offline-first application that empowers patients to save up to 85% on prescription drugs while functioning reliably in zero-connectivity hospital rooms.</a:t>
            </a:r>
            <a:br/>
            <a:br/>
            <a:r>
              <a:t>Future Enhancements:</a:t>
            </a:r>
            <a:br/>
            <a:r>
              <a:t>• OCR Prescription Camera Scanner: Automatic extraction of brand names from paper prescriptions.</a:t>
            </a:r>
            <a:br/>
            <a:r>
              <a:t>• Multilingual Voice Search: Support for Hindi, Marathi, Tamil, and regional languages.</a:t>
            </a:r>
            <a:br/>
            <a:r>
              <a:t>• Government API Integration: Direct real-time inventory sync with National Jan Aushadhi Kendras.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7619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4B8A6"/>
                </a:solidFill>
              </a:defRPr>
            </a:pPr>
            <a:r>
              <a:t>Thank You!</a:t>
            </a:r>
          </a:p>
          <a:p>
            <a:pPr algn="ctr">
              <a:defRPr sz="2400" b="1">
                <a:solidFill>
                  <a:srgbClr val="F8FAFC"/>
                </a:solidFill>
              </a:defRPr>
            </a:pPr>
            <a:r>
              <a:t>Questions &amp; Answers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GenericRx - Offline-First Medicine Alternative &amp; Cost Audit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